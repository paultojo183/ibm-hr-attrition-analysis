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IBM HR Employee Attrition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Exploratory Data Analysis (EDA)</a:t>
            </a:r>
          </a:p>
          <a:p>
            <a:r>
              <a:rPr dirty="0">
                <a:solidFill>
                  <a:srgbClr val="FF0000"/>
                </a:solidFill>
              </a:rPr>
              <a:t>Using Pandas and Matplotlib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IBM HR Employee Attrition Dataset</a:t>
            </a:r>
          </a:p>
          <a:p>
            <a:r>
              <a:t>Employee demographic and job information</a:t>
            </a:r>
          </a:p>
          <a:p>
            <a:r>
              <a:t>Focus on attrition and workforce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Age</a:t>
            </a:r>
          </a:p>
          <a:p>
            <a:r>
              <a:t>Attrition</a:t>
            </a:r>
          </a:p>
          <a:p>
            <a:r>
              <a:t>Department</a:t>
            </a:r>
          </a:p>
          <a:p>
            <a:r>
              <a:t>JobRole</a:t>
            </a:r>
          </a:p>
          <a:p>
            <a:r>
              <a:t>MonthlyIncome</a:t>
            </a:r>
          </a:p>
          <a:p>
            <a:r>
              <a:t>Gender</a:t>
            </a:r>
          </a:p>
          <a:p>
            <a:r>
              <a:t>Education</a:t>
            </a:r>
          </a:p>
          <a:p>
            <a:r>
              <a:t>JobSatisfaction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Pandas</a:t>
            </a:r>
          </a:p>
          <a:p>
            <a:r>
              <a:t>Matplotlib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Loading Dataset</a:t>
            </a:r>
          </a:p>
          <a:p>
            <a:r>
              <a:t>Age Group Binning</a:t>
            </a:r>
          </a:p>
          <a:p>
            <a:r>
              <a:t>Income Group Binning</a:t>
            </a:r>
          </a:p>
          <a:p>
            <a:r>
              <a:t>Grouping and Aggregation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Attrition Distribution</a:t>
            </a:r>
          </a:p>
          <a:p>
            <a:r>
              <a:t>Job Role Analysis</a:t>
            </a:r>
          </a:p>
          <a:p>
            <a:r>
              <a:t>Age Group Analysis</a:t>
            </a:r>
          </a:p>
          <a:p>
            <a:r>
              <a:t>Department Income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Attrition Pie Chart</a:t>
            </a:r>
          </a:p>
          <a:p>
            <a:r>
              <a:t>Job Role Attrition</a:t>
            </a:r>
          </a:p>
          <a:p>
            <a:r>
              <a:t>Age Group Distribution</a:t>
            </a:r>
          </a:p>
          <a:p>
            <a:r>
              <a:t>Income Group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Attrition is concentrated in a few job roles.</a:t>
            </a:r>
          </a:p>
          <a:p>
            <a:r>
              <a:rPr lang="en-US" dirty="0"/>
              <a:t>Total number of employees in the company are 1470</a:t>
            </a:r>
          </a:p>
          <a:p>
            <a:r>
              <a:rPr lang="en-US" dirty="0"/>
              <a:t>The company has an attrition rate of 16.12%</a:t>
            </a:r>
          </a:p>
          <a:p>
            <a:r>
              <a:rPr lang="en-US" dirty="0"/>
              <a:t>Most attrition cases are from Laboratory Technicians and Sales Executives.</a:t>
            </a:r>
          </a:p>
          <a:p>
            <a:r>
              <a:rPr lang="en-US" dirty="0"/>
              <a:t>Most employees belong to the 26–35 age group.</a:t>
            </a:r>
          </a:p>
          <a:p>
            <a:r>
              <a:rPr lang="en-US" dirty="0"/>
              <a:t>Employees in the Sales department have the highest average income.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Story 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Most employees belong to the 26–35 age group.</a:t>
            </a:r>
          </a:p>
          <a:p>
            <a:r>
              <a:rPr dirty="0"/>
              <a:t>Most attrition cases occur among Laboratory Technicians and Sales Executives.</a:t>
            </a:r>
          </a:p>
          <a:p>
            <a:r>
              <a:rPr dirty="0"/>
              <a:t>Most employees belong to Low and Medium income groups.</a:t>
            </a:r>
            <a:endParaRPr lang="en-IN" dirty="0"/>
          </a:p>
          <a:p>
            <a:r>
              <a:rPr lang="en-US" dirty="0"/>
              <a:t>Young and mid-career employees make up most of the organization.</a:t>
            </a:r>
          </a:p>
          <a:p>
            <a:r>
              <a:rPr lang="en-US" dirty="0"/>
              <a:t>Employee count decreases as income level increases.</a:t>
            </a:r>
          </a:p>
          <a:p>
            <a:r>
              <a:rPr lang="en-US" dirty="0"/>
              <a:t>Very High income employees form the smallest employee group.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helps understand workforce trends.</a:t>
            </a:r>
          </a:p>
          <a:p>
            <a:r>
              <a:t>Dashboard visualizations simplify decision-making.</a:t>
            </a:r>
          </a:p>
          <a:p>
            <a:r>
              <a:t>HR analytics supports retention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230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IBM HR Employee Attrition Analysis</vt:lpstr>
      <vt:lpstr>About the Dataset</vt:lpstr>
      <vt:lpstr>Dataset Features</vt:lpstr>
      <vt:lpstr>Python Libraries Used</vt:lpstr>
      <vt:lpstr>Data Preparation</vt:lpstr>
      <vt:lpstr>Exploratory Data Analysis</vt:lpstr>
      <vt:lpstr>Dashboard Visualizations</vt:lpstr>
      <vt:lpstr>Key Insights</vt:lpstr>
      <vt:lpstr>Data Story Telling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Tojo</cp:lastModifiedBy>
  <cp:revision>2</cp:revision>
  <dcterms:created xsi:type="dcterms:W3CDTF">2013-01-27T09:14:16Z</dcterms:created>
  <dcterms:modified xsi:type="dcterms:W3CDTF">2026-05-31T13:25:55Z</dcterms:modified>
  <cp:category/>
</cp:coreProperties>
</file>